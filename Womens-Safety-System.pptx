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ontserrat Thin"/>
      <p:regular r:id="rId201314"/>
    </p:embeddedFont>
    <p:embeddedFont>
      <p:font typeface="Montserrat"/>
      <p:regular r:id="rId201315"/>
    </p:embeddedFont>
    <p:embeddedFont>
      <p:font typeface="Montserrat SemiBold"/>
      <p:regular r:id="rId201316"/>
    </p:embeddedFont>
    <p:embeddedFont>
      <p:font typeface="Montserrat Bold"/>
      <p:regular r:id="rId201317"/>
    </p:embeddedFont>
    <p:embeddedFont>
      <p:font typeface="Montserrat Black"/>
      <p:regular r:id="rId201318"/>
    </p:embeddedFont>
    <p:embeddedFont>
      <p:font typeface="Montserrat Light"/>
      <p:regular r:id="rId201319"/>
    </p:embeddedFont>
    <p:embeddedFont>
      <p:font typeface="Montserrat ExtraLight"/>
      <p:regular r:id="rId201320"/>
    </p:embeddedFont>
    <p:embeddedFont>
      <p:font typeface="Montserrat Medium"/>
      <p:regular r:id="rId201321"/>
    </p:embeddedFont>
    <p:embeddedFont>
      <p:font typeface="Montserrat ExtraBold"/>
      <p:regular r:id="rId201322"/>
    </p:embeddedFont>
    <p:embeddedFont>
      <p:font typeface="Source Sans 3 ExtraLight"/>
      <p:regular r:id="rId201323"/>
    </p:embeddedFont>
    <p:embeddedFont>
      <p:font typeface="Source Sans 3 Light"/>
      <p:regular r:id="rId201324"/>
    </p:embeddedFont>
    <p:embeddedFont>
      <p:font typeface="Source Sans 3"/>
      <p:regular r:id="rId201325"/>
    </p:embeddedFont>
    <p:embeddedFont>
      <p:font typeface="Source Sans 3 Medium"/>
      <p:regular r:id="rId201326"/>
    </p:embeddedFont>
    <p:embeddedFont>
      <p:font typeface="Source Sans 3 SemiBold"/>
      <p:regular r:id="rId201327"/>
    </p:embeddedFont>
    <p:embeddedFont>
      <p:font typeface="Source Sans 3 Bold"/>
      <p:regular r:id="rId201328"/>
    </p:embeddedFont>
    <p:embeddedFont>
      <p:font typeface="Source Sans 3 ExtraBold"/>
      <p:regular r:id="rId201329"/>
    </p:embeddedFont>
    <p:embeddedFont>
      <p:font typeface="Source Sans 3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7.png"/><Relationship Id="rId10" Type="http://schemas.openxmlformats.org/officeDocument/2006/relationships/image" Target="../media/image-9-8.svg"/><Relationship Id="rId11" Type="http://schemas.openxmlformats.org/officeDocument/2006/relationships/image" Target="../media/image-9-7.png"/><Relationship Id="rId12" Type="http://schemas.openxmlformats.org/officeDocument/2006/relationships/image" Target="../media/image-9-8.svg"/><Relationship Id="rId13" Type="http://schemas.openxmlformats.org/officeDocument/2006/relationships/image" Target="../media/image-9-7.png"/><Relationship Id="rId14" Type="http://schemas.openxmlformats.org/officeDocument/2006/relationships/image" Target="../media/image-9-8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68874" y="1517824"/>
            <a:ext cx="1812057" cy="277564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4" name="Text 1"/>
          <p:cNvSpPr/>
          <p:nvPr/>
        </p:nvSpPr>
        <p:spPr>
          <a:xfrm>
            <a:off x="4061371" y="1564035"/>
            <a:ext cx="2084263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SUMMER INTERNSHIP PROJECT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68874" y="1857077"/>
            <a:ext cx="487330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Women's Safety System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68874" y="2526729"/>
            <a:ext cx="4635252" cy="1098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350"/>
              </a:spcAft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fast and reliable emergency response application designed to enhance personal security through instant SOS alerts and real-time location sharing.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Presented by: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Nandana Nambiar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1236911"/>
            <a:ext cx="4635252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Challenge We Address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39874" y="2344862"/>
            <a:ext cx="4635252" cy="1561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350"/>
              </a:spcAft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Women's safety remains a significant social concern. In emergencies, every second matters — yet existing safety methods often fail to provide quick communication or real-time support, resulting in critically delayed assistance.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offers a fast, reliable emergency response system that bridges the gap between danger and help.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728290"/>
            <a:ext cx="396329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874" y="1475110"/>
            <a:ext cx="385614" cy="385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8295" y="1475110"/>
            <a:ext cx="2091779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Simple &amp; User-Friendly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18295" y="1786756"/>
            <a:ext cx="3357265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 an intuitive safety application accessible to all users.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8366" y="1475110"/>
            <a:ext cx="385614" cy="3856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6787" y="1475110"/>
            <a:ext cx="1791742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One-Tap SOS Alerts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46787" y="1786756"/>
            <a:ext cx="3357339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 instant emergency alerts with a single tap.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874" y="2557983"/>
            <a:ext cx="385614" cy="3856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8295" y="2557983"/>
            <a:ext cx="198015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Live Location Sharing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118295" y="2869629"/>
            <a:ext cx="3357265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 real-time GPS location with trusted contacts.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8366" y="2557983"/>
            <a:ext cx="385614" cy="3856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46787" y="2557983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Faster Response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46787" y="2869629"/>
            <a:ext cx="3357339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emergency response time during critical situations.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9874" y="3640857"/>
            <a:ext cx="385614" cy="38561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18295" y="3640857"/>
            <a:ext cx="2024807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Confidence &amp; Security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118295" y="3952503"/>
            <a:ext cx="3357265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 women's personal safety and daily confidence.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8366" y="3640857"/>
            <a:ext cx="385614" cy="38561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46787" y="3640857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Reliable Support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246787" y="3952503"/>
            <a:ext cx="3357339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Ensure dependable assistance when it matters most.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874" y="1602209"/>
            <a:ext cx="3421856" cy="19390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42879" y="1053182"/>
            <a:ext cx="4618806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Proposed Solution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342879" y="1645741"/>
            <a:ext cx="4265935" cy="166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Women's Safety System empowers users to send an emergency SOS alert with a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single tap</a:t>
            </a:r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application instantly shares the user's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live location</a:t>
            </a:r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trusted contacts, enabling swift response during critical moments.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Designed to be simple, reliable, and effortless to use — even under stress.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342879" y="3484959"/>
            <a:ext cx="4265935" cy="586011"/>
          </a:xfrm>
          <a:prstGeom prst="roundRect">
            <a:avLst>
              <a:gd name="adj" fmla="val 3949"/>
            </a:avLst>
          </a:prstGeom>
          <a:solidFill>
            <a:srgbClr val="E4E4E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139" y="3704704"/>
            <a:ext cx="192807" cy="1542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4207" y="3662288"/>
            <a:ext cx="4067547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tap. Instant help. Real-time location shared.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59656"/>
            <a:ext cx="2977232" cy="3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Features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874" y="933971"/>
            <a:ext cx="1125959" cy="1125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874" y="2159496"/>
            <a:ext cx="135396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One-Tap SOS Button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39874" y="2364730"/>
            <a:ext cx="19413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Trigger an emergency alert instantly with minimal interaction.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829" y="933971"/>
            <a:ext cx="1125959" cy="11259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80829" y="2159496"/>
            <a:ext cx="172789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Live GPS Location Sharing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2580829" y="2364730"/>
            <a:ext cx="19413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location broadcast to trusted contacts for quick response.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783" y="933971"/>
            <a:ext cx="1125959" cy="11259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21783" y="2159496"/>
            <a:ext cx="194138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Emergency Contact Management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4621783" y="2522190"/>
            <a:ext cx="19413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and manage trusted contacts who will receive your alerts.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738" y="933971"/>
            <a:ext cx="1125959" cy="11259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62738" y="2159496"/>
            <a:ext cx="170824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Instant Alert Notifications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6662738" y="2364730"/>
            <a:ext cx="19413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 push notifications sent to all emergency contacts.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874" y="2967261"/>
            <a:ext cx="1125959" cy="11259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9874" y="4192786"/>
            <a:ext cx="151432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User-Friendly Interface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539874" y="4398020"/>
            <a:ext cx="19413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clean, intuitive design that works even under pressure.</a:t>
            </a:r>
            <a:endParaRPr lang="en-US" sz="8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0829" y="2967261"/>
            <a:ext cx="1125959" cy="112595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80829" y="4192786"/>
            <a:ext cx="191772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Quick Emergency Assistance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2580829" y="4398020"/>
            <a:ext cx="19413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 and dependable support when every second counts.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365572"/>
            <a:ext cx="396329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1958132"/>
            <a:ext cx="4265935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using modern web technologies and cloud infrastructure for reliability and real-time performance.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9874" y="2559621"/>
            <a:ext cx="4265935" cy="1318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Frontend:</a:t>
            </a:r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HTML, CSS, JavaScript — responsive and interactive UI</a:t>
            </a:r>
            <a:endParaRPr lang="en-US" sz="1200" dirty="0"/>
          </a:p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Backend:</a:t>
            </a:r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Firebase — real-time data sync and authentication</a:t>
            </a:r>
            <a:endParaRPr lang="en-US" sz="1200" dirty="0"/>
          </a:p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Tools:</a:t>
            </a:r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VS Code, GitHub for version control and collaboration</a:t>
            </a:r>
            <a:endParaRPr lang="en-US" sz="1200" dirty="0"/>
          </a:p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APIs:</a:t>
            </a:r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Google Maps API for live GPS location tracking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6958" y="860822"/>
            <a:ext cx="3421856" cy="3421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979"/>
            <a:ext cx="3305919" cy="356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Workflow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63" y="984721"/>
            <a:ext cx="7997800" cy="34488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1199" y="3789888"/>
            <a:ext cx="1649384" cy="20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Press SOS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11199" y="2991530"/>
            <a:ext cx="1649384" cy="20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Emergency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11199" y="2201237"/>
            <a:ext cx="1649384" cy="20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Add Contacts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11199" y="1402880"/>
            <a:ext cx="1649384" cy="20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Register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9874" y="4548113"/>
            <a:ext cx="8521452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registration to rescue — a seamless flow designed for speed and reliability during critical situations.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235"/>
            <a:ext cx="5881687" cy="4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Implementation &amp; Screenshots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9874" y="1122164"/>
            <a:ext cx="294010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9874" y="1352922"/>
            <a:ext cx="2594670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539874" y="1464469"/>
            <a:ext cx="1924199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Requirement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74665" y="1122164"/>
            <a:ext cx="294010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4665" y="1352922"/>
            <a:ext cx="2594670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8" name="Text 6"/>
          <p:cNvSpPr/>
          <p:nvPr/>
        </p:nvSpPr>
        <p:spPr>
          <a:xfrm>
            <a:off x="3274665" y="1464469"/>
            <a:ext cx="1670819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09456" y="1122164"/>
            <a:ext cx="294010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09456" y="1352922"/>
            <a:ext cx="2594670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1" name="Text 9"/>
          <p:cNvSpPr/>
          <p:nvPr/>
        </p:nvSpPr>
        <p:spPr>
          <a:xfrm>
            <a:off x="6009456" y="1464469"/>
            <a:ext cx="1670819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874" y="1923604"/>
            <a:ext cx="294010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9874" y="2154362"/>
            <a:ext cx="3962028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539874" y="2265908"/>
            <a:ext cx="1670819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42024" y="1923604"/>
            <a:ext cx="294010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42024" y="2154362"/>
            <a:ext cx="3962102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024" y="2265908"/>
            <a:ext cx="1670819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9874" y="2779216"/>
            <a:ext cx="8064252" cy="19050"/>
          </a:xfrm>
          <a:prstGeom prst="roundRect">
            <a:avLst>
              <a:gd name="adj" fmla="val 60000"/>
            </a:avLst>
          </a:prstGeom>
          <a:solidFill>
            <a:srgbClr val="3D3838">
              <a:alpha val="50000"/>
            </a:srgbClr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874" y="2992562"/>
            <a:ext cx="829196" cy="8291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9874" y="3996928"/>
            <a:ext cx="1670819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Login Screen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9874" y="4289747"/>
            <a:ext cx="1884685" cy="430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authentication entry point.</a:t>
            </a:r>
            <a:endParaRPr lang="en-US" sz="11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30" y="2992562"/>
            <a:ext cx="829196" cy="8291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599730" y="3996928"/>
            <a:ext cx="1670819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Home Screen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2599730" y="4289747"/>
            <a:ext cx="1884685" cy="430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 dashboard with quick access.</a:t>
            </a:r>
            <a:endParaRPr lang="en-US" sz="11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585" y="2992562"/>
            <a:ext cx="829196" cy="82919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59585" y="3996928"/>
            <a:ext cx="1670819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SOS Screen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659585" y="4289747"/>
            <a:ext cx="1884685" cy="430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One-tap emergency alert trigger.</a:t>
            </a:r>
            <a:endParaRPr lang="en-US" sz="11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441" y="2992562"/>
            <a:ext cx="829196" cy="8291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19441" y="3996928"/>
            <a:ext cx="1825823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Emergency Contacts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719441" y="4289747"/>
            <a:ext cx="1884685" cy="430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trusted contact network.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9192" y="462558"/>
            <a:ext cx="4062933" cy="4218310"/>
          </a:xfrm>
          <a:prstGeom prst="roundRect">
            <a:avLst>
              <a:gd name="adj" fmla="val 516"/>
            </a:avLst>
          </a:prstGeom>
          <a:solidFill>
            <a:srgbClr val="2D2E34"/>
          </a:solidFill>
          <a:ln/>
        </p:spPr>
      </p:sp>
      <p:sp>
        <p:nvSpPr>
          <p:cNvPr id="3" name="Text 1"/>
          <p:cNvSpPr/>
          <p:nvPr/>
        </p:nvSpPr>
        <p:spPr>
          <a:xfrm>
            <a:off x="578941" y="589211"/>
            <a:ext cx="3634606" cy="3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Challenges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941" y="1128861"/>
            <a:ext cx="3783434" cy="8426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941" y="1287661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Simple Interface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13941" y="1612850"/>
            <a:ext cx="3389635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Building an interface usable under extreme stress.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941" y="2098179"/>
            <a:ext cx="3783434" cy="8426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3941" y="2256979"/>
            <a:ext cx="1595958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Location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13941" y="2582168"/>
            <a:ext cx="3389635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Implementing accurate live GPS sharing.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941" y="3067496"/>
            <a:ext cx="3783434" cy="8426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3941" y="3226296"/>
            <a:ext cx="1608832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Emergency Testing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13941" y="3551486"/>
            <a:ext cx="3389635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Simulating and testing critical alert features.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747320" y="589211"/>
            <a:ext cx="3634606" cy="3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Scope</a:t>
            </a:r>
            <a:endParaRPr lang="en-US" sz="2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7320" y="1128861"/>
            <a:ext cx="1867421" cy="16414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97128" y="1233711"/>
            <a:ext cx="167729" cy="2096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906119" y="1688009"/>
            <a:ext cx="1549822" cy="39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Voice-Activated SOS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906119" y="2211735"/>
            <a:ext cx="1549822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Trigger alerts hands-free using voice commands.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41393" y="1128861"/>
            <a:ext cx="1867495" cy="16414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591276" y="1233711"/>
            <a:ext cx="167729" cy="2096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900193" y="1688009"/>
            <a:ext cx="1549896" cy="39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Danger Detection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900193" y="2211735"/>
            <a:ext cx="1549896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 learning to detect potential threats.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7320" y="2896939"/>
            <a:ext cx="1867421" cy="16414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597128" y="3001789"/>
            <a:ext cx="167729" cy="2096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4906119" y="3456087"/>
            <a:ext cx="1549822" cy="39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Smartwatch Integration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4906119" y="3979813"/>
            <a:ext cx="1549822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Extend alerts to wearable devices.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41393" y="2896939"/>
            <a:ext cx="1867495" cy="164142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591276" y="3001789"/>
            <a:ext cx="167729" cy="2096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6900193" y="3456087"/>
            <a:ext cx="1549896" cy="39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Police &amp; Ambulance Link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6900193" y="3979813"/>
            <a:ext cx="1549896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Direct integration with emergency services.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1195760"/>
            <a:ext cx="396329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39874" y="1865412"/>
            <a:ext cx="4635252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Women's Safety System provides a practical and effective solution for enhancing women's safety through instant SOS alerts and live location sharing. This project demonstrates how technology can improve emergency response, personal security, and user confidence.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39874" y="2964359"/>
            <a:ext cx="19050" cy="983307"/>
          </a:xfrm>
          <a:prstGeom prst="roundRect">
            <a:avLst>
              <a:gd name="adj" fmla="val 60000"/>
            </a:avLst>
          </a:prstGeom>
          <a:solidFill>
            <a:srgbClr val="2D2E34"/>
          </a:solidFill>
          <a:ln/>
        </p:spPr>
      </p:sp>
      <p:sp>
        <p:nvSpPr>
          <p:cNvPr id="6" name="Text 3"/>
          <p:cNvSpPr/>
          <p:nvPr/>
        </p:nvSpPr>
        <p:spPr>
          <a:xfrm>
            <a:off x="771227" y="3137892"/>
            <a:ext cx="4403899" cy="63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350"/>
              </a:spcAft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Thank You!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Nandana Nambiar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2026-07-03T07:07:26Z</dcterms:created>
  <dcterms:modified xsi:type="dcterms:W3CDTF">2026-07-03T07:07:26Z</dcterms:modified>
</cp:coreProperties>
</file>